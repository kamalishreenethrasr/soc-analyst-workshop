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FFFFFF"/>
                </a:solidFill>
                <a:latin typeface="Arial"/>
              </a:defRPr>
            </a:pPr>
            <a:r>
              <a:t>SD0601 — Day 1: SOC Fundamentals &amp; ATT&amp;CK</a:t>
            </a:r>
          </a:p>
          <a:p>
            <a:pPr>
              <a:spcBef>
                <a:spcPts val="2000"/>
              </a:spcBef>
              <a:defRPr sz="2200">
                <a:solidFill>
                  <a:srgbClr val="0EA5E9"/>
                </a:solidFill>
                <a:latin typeface="Arial"/>
              </a:defRPr>
            </a:pPr>
            <a:r>
              <a:t>Module 1: Roles, Responsibilities, Threat Landscape &amp; ATT&amp;CK Taxonomy</a:t>
            </a:r>
          </a:p>
          <a:p>
            <a:pPr>
              <a:spcBef>
                <a:spcPts val="3000"/>
              </a:spcBef>
              <a:defRPr sz="1400">
                <a:solidFill>
                  <a:srgbClr val="94A3B8"/>
                </a:solidFill>
              </a:defRPr>
            </a:pPr>
            <a:r>
              <a:t>SD0601: SOC Analyst Workshop | 60 Hours Hands-on Curriculum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1: SOC Fundamentals &amp; Roles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1 — Module 1 | TOC: Roles, Responsibilities &amp; Blue Team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Definition of Security Operations Center (SOC): Centralized unit monitoring organization's security posture.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Tier 1 SOC Analyst: Initial triage, alert monitoring, true/false positive classification.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Tier 2 Incident Responder: Deep investigation, correlation, containment &amp; eradication.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Tier 3 Threat Hunter / Forensic Specialist: Proactive hunting, root cause analysis, memory triage.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SOC Lead / Manager: SLA tracking, escalation compliance, reporting, and operational readiness.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Use the Hospital Emergency Room analogy: Triage Nurse (Tier 1), Doctor (Tier 2), Specialist (Tier 3).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Emphasize that Tier 1 must make quick, accurate decisions within 5–10 minute SLAs.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Explain key SOC metrics: MTTR (Mean Time to Respond) and MTTD (Mean Time to Detect).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1.1 — Mock Ticket Triage: Classify 8 SOC tickets by priority, severity, and escalation level.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SOC Workflow: Event -&gt; Tier 1 Triage -&gt; Tier 2 Investigation -&gt; Tier 3 Root Cause / Closure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82880"/>
            <a:ext cx="10515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Module 1: Cyber Threat Landscape &amp; MITRE ATT&amp;CK</a:t>
            </a:r>
          </a:p>
          <a:p>
            <a:pPr>
              <a:defRPr sz="1200">
                <a:solidFill>
                  <a:srgbClr val="0EA5E9"/>
                </a:solidFill>
              </a:defRPr>
            </a:pPr>
            <a:r>
              <a:t>Day 1 — Module 1 | TOC: Cyber Threat Landscape &amp; Security Policies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8A"/>
                </a:solidFill>
              </a:defRPr>
            </a:pPr>
            <a:r>
              <a:t>📚 Core Fundamentals &amp; Concepts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Cyber Threat Landscape: Phishing, Ransomware, Insider Threats, Supply Chain attacks.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MITRE ATT&amp;CK Framework: Standardized taxonomy of adversary tactics and techniques.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Tactics (The 'Why'): 14 enterprise tactics representing adversary goals (e.g., Initial Access, Persistence).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Techniques (The 'How'): Specific adversary actions (e.g., T1566 Spearphishing Attachment).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• Security Policies &amp; Incident Response SLAs: Documented procedures governing escalation paths.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280160"/>
            <a:ext cx="521208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0B981"/>
                </a:solidFill>
              </a:defRPr>
            </a:pPr>
            <a:r>
              <a:t>💡 How to Explain to Students &amp; Lab Link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Show students how ATT&amp;CK replaces guesswork with a common language for attackers and defenders.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Walk through an attack chain: Phishing (T1566) -&gt; PowerShell (T1059) -&gt; Sched Task (T1053) -&gt; Admin User (T1136).</a:t>
            </a:r>
          </a:p>
          <a:p>
            <a:pPr>
              <a:spcBef>
                <a:spcPts val="800"/>
              </a:spcBef>
              <a:defRPr sz="1300">
                <a:solidFill>
                  <a:srgbClr val="334155"/>
                </a:solidFill>
              </a:defRPr>
            </a:pPr>
            <a:r>
              <a:t>► Demonstrate ATT&amp;CK Navigator to visually map defensive coverage.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577840"/>
            <a:ext cx="10698480" cy="914400"/>
          </a:xfrm>
          <a:prstGeom prst="roundRect">
            <a:avLst/>
          </a:prstGeom>
          <a:solidFill>
            <a:srgbClr val="F1F5F9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0F172A"/>
                </a:solidFill>
              </a:defRPr>
            </a:pPr>
            <a:r>
              <a:t>🔬 Hands-On Lab Integration: Lab 1.1 — ATT&amp;CK Mapping: Map 7 simulated attacks to ATT&amp;CK Technique IDs and build a Navigator JSON layer.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📊 Visual Diagram: ATT&amp;CK Chain Flowchart: Initial Access -&gt; Execution -&gt; Persistence -&gt; Credential Access -&gt; Lateral Movement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