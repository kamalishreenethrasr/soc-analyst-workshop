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SD0601 — Day 2: Security Monitoring &amp; Log Management</a:t>
            </a:r>
          </a:p>
          <a:p>
            <a:pPr>
              <a:spcBef>
                <a:spcPts val="2000"/>
              </a:spcBef>
              <a:defRPr sz="2200">
                <a:solidFill>
                  <a:srgbClr val="0EA5E9"/>
                </a:solidFill>
                <a:latin typeface="Arial"/>
              </a:defRPr>
            </a:pPr>
            <a:r>
              <a:t>Module 2: Log Sources, Sysmon, Filebeat, Auditd &amp; Event Correlation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SD0601: SOC Analyst Workshop | 60 Hours Hands-on Curriculum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2: Log Sources &amp; Collection Pipelines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2 — Module 2 | TOC: Log Collection, Windows, Linux &amp; Application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Log Sources: Windows Event Logs, Linux syslog/auth.log, Network (Zeek/Suricata), EDR telemetry.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Windows Security Events: Event ID 4624 (Logon Success), 4625 (Logon Failure), 4720 (User Created), 4698 (Task Created).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Sysmon (System Monitor): Extended Windows telemetry for process creation (ID 1), network connections (ID 3), file creation (ID 11).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Linux Monitoring: /var/log/auth.log (SSH logins, sudo invocations) and auditd kernel watch rules.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Log Forwarders: Winlogbeat (Windows) and Filebeat (Linux) shipping logs securely to SIEM.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Explain that default Windows logs miss process command lines — Sysmon fills this critical visibility gap.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Show students how Winlogbeat &amp; Filebeat parse raw logs into structured JSON before sending to Elasticsearch.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Demonstrate Sysmon Event ID 1 parent-child process relationship (e.g., WinWord.exe spawning PowerShell.exe).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2.1 — Log Pipeline: Endpoint to SIEM. Configure Sysmon, Winlogbeat, Filebeat, and auditd shipping to ELK.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Log Pipeline: Endpoint (Sysmon/auditd) -&gt; Log Agent (Winlogbeat/Filebeat) -&gt; Ingestion -&gt; SIEM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2: Event Correlation &amp; Log Parsing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2 — Module 2 | TOC: Event Correlation, Log Parsing &amp; Alert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Event Correlation: Combining multiple single log events to identify complex attack patterns.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Threshold-based Correlation: e.g., 5 or more Event ID 4625 failed logins from same IP within 5 minutes = Brute Force.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Sequence-based Correlation: Event ID 4720 (User Created) followed immediately by 4732 (Added to Admin Group).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Log Parsing: Extracting key-value pairs (src_ip, user, process_name) from unstructured log lines.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Alert Generation &amp; Prioritization: Severity scoring (Low, Medium, High, Critical) based on asset criticality.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Emphasize that 1 failed login is normal noise; 50 failed logins in 60 seconds is a high-confidence alert.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Teach students how correlation rules reduce alert fatigue for Tier 1 analysts.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Walk through writing a basic correlation threshold logic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2.1 — Correlation Rule Build: Deploy 5+ SSH failed login correlation rule in Kibana/Elasticsearch.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Correlation Engine: Raw Events -&gt; Parsing/Normalizing -&gt; Rule Matching -&gt; Threshold Evaluation -&gt; Alert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