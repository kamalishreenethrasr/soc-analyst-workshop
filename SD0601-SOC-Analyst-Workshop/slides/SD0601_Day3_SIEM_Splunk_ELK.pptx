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Day 3: SIEM &amp; Log Analysis (Splunk &amp; ELK)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Module 3: SIEM Architecture, KQL, SPL Search Queries &amp; Dashboards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SIEM Architecture &amp; ELK Fundamentals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3 — Module 3 | TOC: SIEM Architecture, ELK Stack &amp; Kibana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SIEM Core Functions: Ingestion, Indexing, Storage, Search, Correlation, Alerting, Dashboarding.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ELK Stack Components: Elasticsearch (search engine), Logstash (log transformer), Kibana (visualization UI).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Kibana KQL (Kibana Query Language): Filtering syntax for fast event searching (e.g., event.code:4625 AND event.outcome:failure).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Data Views / Index Patterns: Mapping index name patterns (winlogbeat-*, filebeat-*) to Kibana Discover.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Kibana Dashboards: Building visual grids with bar charts, pie charts, data tables, and metric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Compare SIEM to a Google Search engine specifically for enterprise security logs.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KQL filtering in Kibana Discover live: searching for specific users, Event IDs, and source IPs.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how to build a 3-panel dashboard: Top Failed Users, Failed Login Trend Chart, Source IP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3.1 — Kibana Build-Out: Write 5 KQL queries, configure Kibana data views, and build a Failed Login Dashboard.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ELK SIEM Architecture: Agents -&gt; Beats -&gt; Elasticsearch (Index) -&gt; Kibana (Search &amp; Dashboards)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Splunk Fundamentals &amp; SPL Searching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3 — Module 3 | TOC: Introduction to Splunk, SPL Search Queries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Architecture: Forwarder -&gt; Indexer -&gt; Search Head.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SPL (Search Processing Language): Pipeline-based search syntax using standard pipes (|).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1 (Brute Force): index=main sourcetype='WinEventLog:Security' EventCode=4625 | stats count by src_ip | where count &gt; 5.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2 (Port Scan): index=zeek sourcetype='zeek:conn' | stats dc(dest_port) as unique_ports by src_ip | where unique_ports &gt; 20.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 Query 3 (C2 Beaconing): Calculating regularity using avg() and stdev() over duration.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Splunk Alerting: Saving SPL queries as scheduled alerts triggered on search threshold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Highlight the difference between Kibana KQL (filter-first) and Splunk SPL (pipeline statistics engine).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Teach students how the pipe character '|' passes search results to transform functions like stats, eval, where, table.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the beaconing detection formula: low standard deviation in connection interval = automated C2 beacon.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3.1 — Splunk Build-Out: Write SPL for brute force, port scans, and C2 beaconing in Splunk 9.2 Free.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Splunk Search Pipeline: index search | stats aggregation | eval transformation | where filter | table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