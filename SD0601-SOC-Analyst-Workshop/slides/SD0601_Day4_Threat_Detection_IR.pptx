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SD0601 — Day 4: Threat Detection &amp; Incident Response</a:t>
            </a:r>
          </a:p>
          <a:p>
            <a:pPr>
              <a:spcBef>
                <a:spcPts val="2000"/>
              </a:spcBef>
              <a:defRPr sz="2200">
                <a:solidFill>
                  <a:srgbClr val="0EA5E9"/>
                </a:solidFill>
                <a:latin typeface="Arial"/>
              </a:defRPr>
            </a:pPr>
            <a:r>
              <a:t>Module 4: IOCs, YARA Rule Engineering, MISP, Cortex &amp; TheHive 5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SD0601: SOC Analyst Workshop | 60 Hours Hands-on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4: Indicators of Compromise &amp; YARA Analysis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4 — Module 4 | TOC: IOCs, Malware Detection Basics &amp; YARA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Indicators of Compromise (IOCs): Artifacts observed on network/host indicating breach (Hashes, IPs, Domains, URLs).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Pyramid of Pain: Hashes (Easy to change) -&gt; IPs -&gt; Domains -&gt; Host Artifacts -&gt; TTPs (Hardest for attacker to change).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Malware Detection Basics: Static analysis (strings, hashes, headers) vs Dynamic analysis (sandboxing, behavioral execution).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YARA Rules: Pattern matching Swiss army knife for malware identification based on text, hex strings, and logical conditions.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YARA Rule Structure: meta (author, description, ATT&amp;CK tag), strings ($string1, $hex1), condition ($string1 and $hex1).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Bianca Rivera's Pyramid of Pain — why relying only on file hashes is insufficient for modern SOC defense.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students how YARA rules allow SOC analysts to detect malware variants even when the hash changes.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writing a YARA rule for detecting macro droppers and encoded PowerShell strings.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4.1 — YARA Rule Engineering: Write and test suspicious_rule.yar against lab sample files.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Pyramid of Pain: Hashes (Base) -&gt; Domain Names -&gt; Network Artifacts -&gt; Tools -&gt; TTPs (Apex)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4: Incident Response Lifecycle &amp; Case Management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4 — Module 4 | TOC: NIST IR Lifecycle, Threat Intel (MISP) &amp; Case Management (TheHive)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NIST SP 800-61 IR Lifecycle: 1. Preparation -&gt; 2. Detection &amp; Analysis -&gt; 3. Containment, Eradication &amp; Recovery -&gt; 4. Post-Incident Activity.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Threat Intelligence Platforms (MISP): Sharing, storing, and enriching structured IOCs with TLP markings (TLP:AMBER) and ATT&amp;CK galaxy tags.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Case Management Platforms (TheHive 5): Organising security incidents, assigning observables, tasks, and tracking analysis timelines.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Cortex Analyzer Engine: Automated enrichment of IOC observables via external APIs (VirusTotal, AbuseIPDB).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TLP Markings: Traffic Light Protocol (TLP:RED, TLP:AMBER, TLP:GREEN, TLP:CLEAR) controlling threat data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a full case lifecycle: Alert fires -&gt; Created in TheHive -&gt; Observables enriched via Cortex -&gt; Exported to MISP.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Emphasize that Containment must happen BEFORE Eradication (e.g., isolate host before killing malicious process).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how Threat Intelligence sharing prevents other organizations from falling victim to the same threat campaign.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4.1 — Full Case Lifecycle: Create MISP event, enrich IOCs, run Cortex analyzers, and progress a case in TheHive 5.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TheHive IR Workflow: Alert Ingestion -&gt; Observable Enrichment (Cortex) -&gt; Analysis Tasks -&gt; Containment -&gt; MISP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