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SD0601 — Day 5: Endpoint Hunting, Forensics &amp; Live Drill</a:t>
            </a:r>
          </a:p>
          <a:p>
            <a:pPr>
              <a:spcBef>
                <a:spcPts val="2000"/>
              </a:spcBef>
              <a:defRPr sz="2200">
                <a:solidFill>
                  <a:srgbClr val="0EA5E9"/>
                </a:solidFill>
                <a:latin typeface="Arial"/>
              </a:defRPr>
            </a:pPr>
            <a:r>
              <a:t>Module 5 &amp; 6: Wazuh EDR, Volatility 3, Atomic Red Team &amp; Capstone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SD0601: SOC Analyst Workshop | 60 Hours Hands-on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5: EDR, Threat Hunting &amp; Memory Forensics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5 — Module 5 | TOC: EDR (Wazuh), Threat Hunting &amp; Volatility 3 Memory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Endpoint Detection &amp; Response (EDR): Continuous monitoring, telemetry collection, and automated active response on endpoints.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Wazuh Open Source EDR: Manager, Indexer, Dashboard architecture with rule-based decoders (e.g., detecting Event 4720/4698).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Threat Hunting Methodology: Proactive hypothesis-driven searching for undetected threats (Hypothesis -&gt; Query -&gt; Finding -&gt; Documentation).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Memory Forensics (Volatility 3): Analyzing RAM dumps to detect malware, injected code, hidden processes, and unlinked sockets.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Volatility 3 Commands: windows.info, windows.pslist (process list), windows.pstree (process parent-child tree), windows.netscan (sockets).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Differentiate SIEM (centralized log aggregation) vs EDR (deep endpoint activity &amp; active response agent).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Teach the threat hunting mindset: 'Assuming a breach has occurred, how would I find an Office process spawning PowerShell?'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Volatility 3: finding an anomalous svchost.exe whose parent is NOT services.exe.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5.1 — EDR &amp; Memory Triage: Enroll Wazuh agents, execute threat hunt hypothesis, run Volatility 3 commands on victim.mem.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Threat Hunting Cycle: Formulate Hypothesis -&gt; Develop Query -&gt; Analyze Telemetry -&gt; Uncover Finding -&gt; Document &amp; Mitigate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6: Live-Fire Drill, Capstone &amp; Interview Prep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5 — Module 6 | TOC: Atomic Red Team Live Drill, Capstone Project &amp; Analyst 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Atomic Red Team: Open-source framework for executing small, controlled, mapping-aligned attack tests (T1110, T1053, T1059).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Live-Fire Drill SLA Tracking: Tier 1 Detection SLA (&lt;= 5 min), Triage SLA (&lt;= 2 min), Escalation SLA (&lt;= 5 min).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Operation SilentLedger Capstone: Multi-stage breach investigation across Phishing, Execution, Persistence, Lateral Movement, and Exfiltration.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SOC Analyst Documentation: Professional incident timeline recording attack timestamps, detection timestamps, and containment steps.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SOC Analyst Technical Interview Preparation: Walkthrough of technical questions (Logon Event IDs, TCP 3-way handshake, SIEM queries, Pyramid of Pain).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Pair students into Attacker / Defender roles for the 45-minute live-fire drill.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Stress that SLAs simulate real-world SOC pressure — speed and accuracy are equally important.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Review the top 10 SOC Analyst technical interview questions and guide students on structuring clear, confident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6.1 &amp; Capstone: Execute Atomic Red Team tests, triage alerts in real-time, complete Operation SilentLedger, prepare final report.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Live-Fire Drill Flow: Attacker Executes Test -&gt; Telemetry Generated -&gt; SIEM Alert Fires -&gt; Defender Triages -&gt; Case Created in SLA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