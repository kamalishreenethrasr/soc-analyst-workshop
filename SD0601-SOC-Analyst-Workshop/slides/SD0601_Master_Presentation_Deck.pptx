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Complete Master Presentation Deck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SOC Analyst: Security Monitoring and Incident Response (60 Hours)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SOC Fundamentals &amp; Roles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1 — Module 1 | TOC: Roles, Responsibilities &amp; Blue Team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Definition of Security Operations Center (SOC): Centralized unit monitoring organization's security posture.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1 SOC Analyst: Initial triage, alert monitoring, true/false positive classification.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2 Incident Responder: Deep investigation, correlation, containment &amp; eradication.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3 Threat Hunter / Forensic Specialist: Proactive hunting, root cause analysis, memory triage.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Lead / Manager: SLA tracking, escalation compliance, reporting, and operational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Use the Hospital Emergency Room analogy: Triage Nurse (Tier 1), Doctor (Tier 2), Specialist (Tier 3).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Tier 1 must make quick, accurate decisions within 5–10 minute SLAs.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key SOC metrics: MTTR (Mean Time to Respond) and MTTD (Mean Time to Detect).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1.1 — Mock Ticket Triage: Classify 8 SOC tickets by priority, severity, and escalation level.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SOC Workflow: Event -&gt; Tier 1 Triage -&gt; Tier 2 Investigation -&gt; Tier 3 Root Cause / Closure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Cyber Threat Landscape &amp; MITRE ATT&amp;CK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1 — Module 1 | TOC: Cyber Threat Landscape &amp; Security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Cyber Threat Landscape: Phishing, Ransomware, Insider Threats, Supply Chain attacks.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MITRE ATT&amp;CK Framework: Standardized taxonomy of adversary tactics and techniques.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Tactics (The 'Why'): 14 enterprise tactics representing adversary goals (e.g., Initial Access, Persistence).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Techniques (The 'How'): Specific adversary actions (e.g., T1566 Spearphishing Attachment).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Security Policies &amp; Incident Response SLAs: Documented procedures governing escalation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ATT&amp;CK replaces guesswork with a common language for attackers and defenders.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an attack chain: Phishing (T1566) -&gt; PowerShell (T1059) -&gt; Sched Task (T1053) -&gt; Admin User (T1136).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ATT&amp;CK Navigator to visually map defensive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1.1 — ATT&amp;CK Mapping: Map 7 simulated attacks to ATT&amp;CK Technique IDs and build a Navigator JSON layer.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ATT&amp;CK Chain Flowchart: Initial Access -&gt; Execution -&gt; Persistence -&gt; Credential Access -&gt; Lateral Movement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2: Log Sources &amp; Collection Pipelines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2 — Module 2 | TOC: Log Collection, Windows, Linux &amp; Application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Sources: Windows Event Logs, Linux syslog/auth.log, Network (Zeek/Suricata), EDR telemetry.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Windows Security Events: Event ID 4624 (Logon Success), 4625 (Logon Failure), 4720 (User Created), 4698 (Task Created).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Sysmon (System Monitor): Extended Windows telemetry for process creation (ID 1), network connections (ID 3), file creation (ID 11).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Linux Monitoring: /var/log/auth.log (SSH logins, sudo invocations) and auditd kernel watch rules.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Forwarders: Winlogbeat (Windows) and Filebeat (Linux) shipping logs securely to SIEM.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that default Windows logs miss process command lines — Sysmon fills this critical visibility gap.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Winlogbeat &amp; Filebeat parse raw logs into structured JSON before sending to Elasticsearch.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Sysmon Event ID 1 parent-child process relationship (e.g., WinWord.exe spawning PowerShell.exe).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2.1 — Log Pipeline: Endpoint to SIEM. Configure Sysmon, Winlogbeat, Filebeat, and auditd shipping to ELK.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Log Pipeline: Endpoint (Sysmon/auditd) -&gt; Log Agent (Winlogbeat/Filebeat) -&gt; Ingestion -&gt; SIEM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2: Event Correlation &amp; Log Parsing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2 — Module 2 | TOC: Event Correlation, Log Parsing &amp; Alert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Event Correlation: Combining multiple single log events to identify complex attack patterns.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Threshold-based Correlation: e.g., 5 or more Event ID 4625 failed logins from same IP within 5 minutes = Brute Force.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Sequence-based Correlation: Event ID 4720 (User Created) followed immediately by 4732 (Added to Admin Group).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Parsing: Extracting key-value pairs (src_ip, user, process_name) from unstructured log lines.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Alert Generation &amp; Prioritization: Severity scoring (Low, Medium, High, Critical) based on asset criticality.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1 failed login is normal noise; 50 failed logins in 60 seconds is a high-confidence alert.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students how correlation rules reduce alert fatigue for Tier 1 analysts.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writing a basic correlation threshold logic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2.1 — Correlation Rule Build: Deploy 5+ SSH failed login correlation rule in Kibana/Elasticsearch.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Correlation Engine: Raw Events -&gt; Parsing/Normalizing -&gt; Rule Matching -&gt; Threshold Evaluation -&gt;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SIEM Architecture &amp; ELK Fundamentals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3 — Module 3 | TOC: SIEM Architecture, ELK Stack &amp; Kibana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SIEM Core Functions: Ingestion, Indexing, Storage, Search, Correlation, Alerting, Dashboarding.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ELK Stack Components: Elasticsearch (search engine), Logstash (log transformer), Kibana (visualization UI).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Kibana KQL (Kibana Query Language): Filtering syntax for fast event searching (e.g., event.code:4625 AND event.outcome:failure).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Data Views / Index Patterns: Mapping index name patterns (winlogbeat-*, filebeat-*) to Kibana Discover.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Kibana Dashboards: Building visual grids with bar charts, pie charts, data tables, and metric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Compare SIEM to a Google Search engine specifically for enterprise security logs.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KQL filtering in Kibana Discover live: searching for specific users, Event IDs, and source IPs.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how to build a 3-panel dashboard: Top Failed Users, Failed Login Trend Chart, Source IP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3.1 — Kibana Build-Out: Write 5 KQL queries, configure Kibana data views, and build a Failed Login Dashboard.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ELK SIEM Architecture: Agents -&gt; Beats -&gt; Elasticsearch (Index) -&gt; Kibana (Search &amp; Dashboards)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Splunk Fundamentals &amp; SPL Searching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3 — Module 3 | TOC: Introduction to Splunk, SPL Search Queries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Architecture: Forwarder -&gt; Indexer -&gt; Search Head.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SPL (Search Processing Language): Pipeline-based search syntax using standard pipes (|).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1 (Brute Force): index=main sourcetype='WinEventLog:Security' EventCode=4625 | stats count by src_ip | where count &gt; 5.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2 (Port Scan): index=zeek sourcetype='zeek:conn' | stats dc(dest_port) as unique_ports by src_ip | where unique_ports &gt; 20.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3 (C2 Beaconing): Calculating regularity using avg() and stdev() over duration.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Alerting: Saving SPL queries as scheduled alerts triggered on search threshold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Highlight the difference between Kibana KQL (filter-first) and Splunk SPL (pipeline statistics engine).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students how the pipe character '|' passes search results to transform functions like stats, eval, where, table.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the beaconing detection formula: low standard deviation in connection interval = automated C2 beacon.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3.1 — Splunk Build-Out: Write SPL for brute force, port scans, and C2 beaconing in Splunk 9.2 Free.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Splunk Search Pipeline: index search | stats aggregation | eval transformation | where filter | table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4: Indicators of Compromise &amp; YARA Analysis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4 — Module 4 | TOC: IOCs, Malware Detection Basics &amp; YARA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Indicators of Compromise (IOCs): Artifacts observed on network/host indicating breach (Hashes, IPs, Domains, URLs).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Pyramid of Pain: Hashes (Easy to change) -&gt; IPs -&gt; Domains -&gt; Host Artifacts -&gt; TTPs (Hardest for attacker to change).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Malware Detection Basics: Static analysis (strings, hashes, headers) vs Dynamic analysis (sandboxing, behavioral execution).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YARA Rules: Pattern matching Swiss army knife for malware identification based on text, hex strings, and logical conditions.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YARA Rule Structure: meta (author, description, ATT&amp;CK tag), strings ($string1, $hex1), condition ($string1 and $hex1).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Bianca Rivera's Pyramid of Pain — why relying only on file hashes is insufficient for modern SOC defense.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YARA rules allow SOC analysts to detect malware variants even when the hash changes.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writing a YARA rule for detecting macro droppers and encoded PowerShell strings.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4.1 — YARA Rule Engineering: Write and test suspicious_rule.yar against lab sample files.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Pyramid of Pain: Hashes (Base) -&gt; Domain Names -&gt; Network Artifacts -&gt; Tools -&gt; TTPs (Apex)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4: Incident Response Lifecycle &amp; Case Management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4 — Module 4 | TOC: NIST IR Lifecycle, Threat Intel (MISP) &amp; Case Management (TheHive)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NIST SP 800-61 IR Lifecycle: 1. Preparation -&gt; 2. Detection &amp; Analysis -&gt; 3. Containment, Eradication &amp; Recovery -&gt; 4. Post-Incident Activity.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Threat Intelligence Platforms (MISP): Sharing, storing, and enriching structured IOCs with TLP markings (TLP:AMBER) and ATT&amp;CK galaxy tags.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Case Management Platforms (TheHive 5): Organising security incidents, assigning observables, tasks, and tracking analysis timelines.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Cortex Analyzer Engine: Automated enrichment of IOC observables via external APIs (VirusTotal, AbuseIPDB).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TLP Markings: Traffic Light Protocol (TLP:RED, TLP:AMBER, TLP:GREEN, TLP:CLEAR) controlling threat data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a full case lifecycle: Alert fires -&gt; Created in TheHive -&gt; Observables enriched via Cortex -&gt; Exported to MISP.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Containment must happen BEFORE Eradication (e.g., isolate host before killing malicious process).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how Threat Intelligence sharing prevents other organizations from falling victim to the same threat campaign.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4.1 — Full Case Lifecycle: Create MISP event, enrich IOCs, run Cortex analyzers, and progress a case in TheHive 5.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TheHive IR Workflow: Alert Ingestion -&gt; Observable Enrichment (Cortex) -&gt; Analysis Tasks -&gt; Containment -&gt; MISP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5: EDR, Threat Hunting &amp; Memory Forensics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5 — Module 5 | TOC: EDR (Wazuh), Threat Hunting &amp; Volatility 3 Memory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Endpoint Detection &amp; Response (EDR): Continuous monitoring, telemetry collection, and automated active response on endpoints.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Wazuh Open Source EDR: Manager, Indexer, Dashboard architecture with rule-based decoders (e.g., detecting Event 4720/4698).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Threat Hunting Methodology: Proactive hypothesis-driven searching for undetected threats (Hypothesis -&gt; Query -&gt; Finding -&gt; Documentation).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Memory Forensics (Volatility 3): Analyzing RAM dumps to detect malware, injected code, hidden processes, and unlinked sockets.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Volatility 3 Commands: windows.info, windows.pslist (process list), windows.pstree (process parent-child tree), windows.netscan (sockets).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Differentiate SIEM (centralized log aggregation) vs EDR (deep endpoint activity &amp; active response agent).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the threat hunting mindset: 'Assuming a breach has occurred, how would I find an Office process spawning PowerShell?'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Volatility 3: finding an anomalous svchost.exe whose parent is NOT services.exe.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5.1 — EDR &amp; Memory Triage: Enroll Wazuh agents, execute threat hunt hypothesis, run Volatility 3 commands on victim.mem.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Threat Hunting Cycle: Formulate Hypothesis -&gt; Develop Query -&gt; Analyze Telemetry -&gt; Uncover Finding -&gt; Document &amp; Mitigate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6: Live-Fire Drill, Capstone &amp; Interview Prep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5 — Module 6 | TOC: Atomic Red Team Live Drill, Capstone Project &amp; Analyst Interview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Atomic Red Team: Open-source framework for executing small, controlled, mapping-aligned attack tests (T1110, T1053, T1059).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Live-Fire Drill SLA Tracking: Tier 1 Detection SLA (&lt;= 5 min), Triage SLA (&lt;= 2 min), Escalation SLA (&lt;= 5 min).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Operation SilentLedger Capstone: Multi-stage breach investigation across Phishing, Execution, Persistence, Lateral Movement, and Exfiltration.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Analyst Documentation: Professional incident timeline recording attack timestamps, detection timestamps, and containment steps.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Analyst Technical Interview Preparation: Walkthrough of technical questions (Logon Event IDs, TCP 3-way handshake, SIEM queries, Pyramid of Pain).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Pair students into Attacker / Defender roles for the 45-minute live-fire drill.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Stress that SLAs simulate real-world SOC pressure — speed and accuracy are equally important.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Review the top 10 SOC Analyst technical interview questions and guide students on structuring clear, confident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6.1 &amp; Capstone: Execute Atomic Red Team tests, triage alerts in real-time, complete Operation SilentLedger, prepare final report.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Live-Fire Drill Flow: Attacker Executes Test -&gt; Telemetry Generated -&gt; SIEM Alert Fires -&gt; Defender Triages -&gt; Case Created in SLA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